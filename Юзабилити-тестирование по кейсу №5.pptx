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96FE1-2378-4B07-AA28-414A7A127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Юзабилити-тестирование по кейсу</a:t>
            </a:r>
            <a:r>
              <a:rPr lang="en-US" dirty="0"/>
              <a:t> </a:t>
            </a:r>
            <a:r>
              <a:rPr lang="ru-RU" dirty="0"/>
              <a:t>№5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62C3F1-E734-47F2-A3CE-77BB190BD4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852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47721C-DC88-46AE-B30F-01BDF17C6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тестирования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B7139B-F758-42A1-B7B1-A2EF73DCA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данной презентации описано тестирование продукта приложения для создания «рабочих» заметок, которое оптимизирует процесс записи быстрых заметок, например, на совещании или каком-нибудь </a:t>
            </a:r>
            <a:r>
              <a:rPr lang="ru-RU" dirty="0" err="1"/>
              <a:t>созвоне</a:t>
            </a:r>
            <a:r>
              <a:rPr lang="ru-RU" dirty="0"/>
              <a:t>, где нужно пометить для себя задачу или что-то другое по рабочим делам.</a:t>
            </a:r>
          </a:p>
          <a:p>
            <a:pPr marL="0" indent="0">
              <a:buNone/>
            </a:pPr>
            <a:r>
              <a:rPr lang="ru-RU" dirty="0"/>
              <a:t>Основными цели тестирования были:</a:t>
            </a:r>
          </a:p>
          <a:p>
            <a:r>
              <a:rPr lang="ru-RU" dirty="0"/>
              <a:t>Проверить готовность мобильного приложения </a:t>
            </a:r>
            <a:r>
              <a:rPr lang="ru-RU" dirty="0" err="1"/>
              <a:t>NotesDesk</a:t>
            </a:r>
            <a:r>
              <a:rPr lang="ru-RU" dirty="0"/>
              <a:t> к пилоту в отделе проектного управления</a:t>
            </a:r>
          </a:p>
          <a:p>
            <a:r>
              <a:rPr lang="ru-RU" dirty="0"/>
              <a:t>Оценить скорость выполнения ключевых задач (создание, поиск, переключение хранения)</a:t>
            </a:r>
          </a:p>
          <a:p>
            <a:r>
              <a:rPr lang="ru-RU" dirty="0"/>
              <a:t>Замерить удовлетворённость пользователей и барьеры доверия</a:t>
            </a:r>
          </a:p>
        </p:txBody>
      </p:sp>
    </p:spTree>
    <p:extLst>
      <p:ext uri="{BB962C8B-B14F-4D97-AF65-F5344CB8AC3E}">
        <p14:creationId xmlns:p14="http://schemas.microsoft.com/office/powerpoint/2010/main" val="4025302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D11D5-419D-42D0-8B07-79DE49E3A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тестирования	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9B1543-8575-4A84-8D67-95C9F5B21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Форматом тестирования был выбран общий </a:t>
            </a:r>
            <a:r>
              <a:rPr lang="ru-RU" dirty="0" err="1"/>
              <a:t>созвон</a:t>
            </a:r>
            <a:r>
              <a:rPr lang="ru-RU" dirty="0"/>
              <a:t> участников тестирования в </a:t>
            </a:r>
            <a:r>
              <a:rPr lang="ru-RU" dirty="0" err="1"/>
              <a:t>Trueconf</a:t>
            </a:r>
            <a:r>
              <a:rPr lang="ru-RU" dirty="0"/>
              <a:t>, где участник демонстрировал свой экран с приложением и действовал по заданному сценарию тестирования, результаты которые были зафиксированы в заметки данного приложения.</a:t>
            </a:r>
          </a:p>
          <a:p>
            <a:r>
              <a:rPr lang="ru-RU" dirty="0"/>
              <a:t>Сценарий был следующий:</a:t>
            </a:r>
          </a:p>
          <a:p>
            <a:pPr marL="0" indent="0">
              <a:buNone/>
            </a:pPr>
            <a:r>
              <a:rPr lang="ru-RU" dirty="0"/>
              <a:t>	1.	Создать 3 заметки с разными датами создания</a:t>
            </a:r>
          </a:p>
          <a:p>
            <a:pPr marL="0" indent="0">
              <a:buNone/>
            </a:pPr>
            <a:r>
              <a:rPr lang="ru-RU" dirty="0"/>
              <a:t>	2.	Выполнить поиск одной из заметок по заголовку, по дате создания</a:t>
            </a:r>
          </a:p>
          <a:p>
            <a:pPr marL="0" indent="0">
              <a:buNone/>
            </a:pPr>
            <a:r>
              <a:rPr lang="ru-RU" dirty="0"/>
              <a:t>	3.	Удалить любую заметку</a:t>
            </a:r>
          </a:p>
          <a:p>
            <a:pPr marL="0" indent="0">
              <a:buNone/>
            </a:pPr>
            <a:r>
              <a:rPr lang="ru-RU" dirty="0"/>
              <a:t>	4.	Переключить метод хранения данных</a:t>
            </a:r>
          </a:p>
          <a:p>
            <a:pPr marL="0" indent="0">
              <a:buNone/>
            </a:pPr>
            <a:r>
              <a:rPr lang="ru-RU" dirty="0"/>
              <a:t>	5.	Выйти из приложения, зайти и убедиться в том что все заметки 			        остались неизменными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948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D10AE3-AC49-4CDA-828E-A761007B6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тестирования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E6732A-9A9E-4F1E-8EB2-51E416B48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целом тестирование всех участников у нас заняло не так много времени, мы справились буквально за 45 минут. Каждый из участников демонстрировал экран с приложением, где он выполнял весь план сценария пошагово. Замечаний как таковых в использовании приложением для пользователей выявить не удалость т.к. с функционалом приложения все участники тестирования справились, всё было интуитивно понятно.</a:t>
            </a:r>
          </a:p>
        </p:txBody>
      </p:sp>
    </p:spTree>
    <p:extLst>
      <p:ext uri="{BB962C8B-B14F-4D97-AF65-F5344CB8AC3E}">
        <p14:creationId xmlns:p14="http://schemas.microsoft.com/office/powerpoint/2010/main" val="4127288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2AEAC-3638-4839-8CA0-C5FBC5BFD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тестирования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7E092A-D58A-4698-A5F5-E63B01AFD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В ходе тестирования участники озвучили замечания, которые были похожи между собой.</a:t>
            </a:r>
          </a:p>
          <a:p>
            <a:r>
              <a:rPr lang="ru-RU" dirty="0"/>
              <a:t>В приложении слабо развито «общение» системы с пользователем, т.е. отсутствует в некоторых местах валидация, мало модальных окон, которые сигнализируют о том, какое действие было выполнено пользователем неверно.</a:t>
            </a:r>
          </a:p>
          <a:p>
            <a:r>
              <a:rPr lang="ru-RU" dirty="0"/>
              <a:t>При смене режима также отсутствовало уведомление о том что источник хранения данных был изменен.</a:t>
            </a:r>
          </a:p>
          <a:p>
            <a:r>
              <a:rPr lang="ru-RU" dirty="0"/>
              <a:t>Для более быстрой фильтрации было бы удобно добавить кнопки фильтрации, например «За последний час», «Сегодня», «Вчера», «Месяц назад».</a:t>
            </a:r>
          </a:p>
        </p:txBody>
      </p:sp>
    </p:spTree>
    <p:extLst>
      <p:ext uri="{BB962C8B-B14F-4D97-AF65-F5344CB8AC3E}">
        <p14:creationId xmlns:p14="http://schemas.microsoft.com/office/powerpoint/2010/main" val="4025019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5C9FF-9102-4525-855A-A98EAAE4F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к доработке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74AEFC-93FC-4BCD-A41D-5BDCB5422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С замечаниями участников был согласен, выявил аспекты, которые будет хорошо доработать:</a:t>
            </a:r>
          </a:p>
          <a:p>
            <a:r>
              <a:rPr lang="ru-RU" dirty="0"/>
              <a:t>Добавить кнопки для быстрой фильтрации «За последний час», «Сегодня», «Вчера»</a:t>
            </a:r>
          </a:p>
          <a:p>
            <a:r>
              <a:rPr lang="ru-RU" dirty="0"/>
              <a:t>Добавить больше уведомлений и модальных окон при совершении действий</a:t>
            </a:r>
          </a:p>
          <a:p>
            <a:r>
              <a:rPr lang="ru-RU" dirty="0"/>
              <a:t>Добавить отсутствующую валидацию на страницах</a:t>
            </a:r>
          </a:p>
          <a:p>
            <a:r>
              <a:rPr lang="ru-RU" dirty="0"/>
              <a:t>Сделать кнопку «Сохранить заметку» неактивной до тех пор, пока заметка не сохранится, оживить </a:t>
            </a:r>
            <a:r>
              <a:rPr lang="ru-RU" dirty="0" err="1"/>
              <a:t>анимациями</a:t>
            </a:r>
            <a:r>
              <a:rPr lang="ru-RU" dirty="0"/>
              <a:t> приложение.</a:t>
            </a:r>
          </a:p>
          <a:p>
            <a:pPr marL="0" indent="0">
              <a:buNone/>
            </a:pPr>
            <a:r>
              <a:rPr lang="ru-RU" dirty="0"/>
              <a:t>Ключевым определил добавить всё-таки к приложению валидацию и побольше модальных окон для более понятного взаимодействия приложения с пользователем при выполнении разных действий.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0872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2EDF4D-7637-4FDA-BD79-A8E1D989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B22BC5-5700-4DFA-B5A9-06B71C629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заключении хотел бы выделить то, что тестирование помогло выявить слабые стороны приложения, выявить замечания и предложения по оптимизации и доработке приложения, какие в ходе в разработке я сразу не выявил и не заметил т.к. действовал больше как разработчик нежели чем пользователь.</a:t>
            </a:r>
          </a:p>
          <a:p>
            <a:r>
              <a:rPr lang="ru-RU" dirty="0"/>
              <a:t>Данное тестирование, считаю, является одним из ключевых методов тестирования приложения, с помощью него можно выявить различные замечания и предложения к доработке приложения со всех участников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931025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{00E5C8FF-2F50-44AF-8EAA-8F14A52EBDFB}TF229edf6a-8a49-49ee-a0a6-503705294748d498127c-ea44353b4d54</Template>
  <TotalTime>40</TotalTime>
  <Words>517</Words>
  <Application>Microsoft Office PowerPoint</Application>
  <PresentationFormat>Широкоэкранный</PresentationFormat>
  <Paragraphs>32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Совет директоров</vt:lpstr>
      <vt:lpstr>Юзабилити-тестирование по кейсу №5</vt:lpstr>
      <vt:lpstr>Цель тестирования</vt:lpstr>
      <vt:lpstr>Методы тестирования </vt:lpstr>
      <vt:lpstr>Этап тестирования</vt:lpstr>
      <vt:lpstr>Результаты тестирования</vt:lpstr>
      <vt:lpstr>Рекомендации к доработке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Юзабилити-тестирование по кейсу №5</dc:title>
  <dc:creator>dimaslik123@mail.ru</dc:creator>
  <cp:lastModifiedBy>dimaslik123@mail.ru</cp:lastModifiedBy>
  <cp:revision>2</cp:revision>
  <dcterms:created xsi:type="dcterms:W3CDTF">2025-11-28T16:12:26Z</dcterms:created>
  <dcterms:modified xsi:type="dcterms:W3CDTF">2025-11-28T16:53:04Z</dcterms:modified>
</cp:coreProperties>
</file>